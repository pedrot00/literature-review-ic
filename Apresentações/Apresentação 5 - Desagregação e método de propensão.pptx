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hNYbuUVUVfCTYzVcGVgTNWVBP+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customschemas.google.com/relationships/presentationmetadata" Target="meta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1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1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1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1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0" name="Google Shape;30;p1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1" name="Google Shape;31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2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997800" y="1261925"/>
            <a:ext cx="71484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7853"/>
              <a:buNone/>
            </a:pPr>
            <a:r>
              <a:rPr lang="pt-BR" sz="3650"/>
              <a:t>METODOLOGIA DE DESAGREGAÇÃO</a:t>
            </a:r>
            <a:endParaRPr sz="36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8"/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1049550" y="2661725"/>
            <a:ext cx="70449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 sz="1200">
                <a:solidFill>
                  <a:srgbClr val="000000"/>
                </a:solidFill>
              </a:rPr>
              <a:t>Dados faltantes; natureza da amostra; banco de dados; aprendizado de máquina e metodologias.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ctrTitle"/>
          </p:nvPr>
        </p:nvSpPr>
        <p:spPr>
          <a:xfrm>
            <a:off x="804175" y="370050"/>
            <a:ext cx="47274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1413"/>
              <a:buNone/>
            </a:pPr>
            <a:r>
              <a:rPr lang="pt-BR" sz="3300"/>
              <a:t>SUMÁRIO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8"/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>
            <p:ph idx="1" type="subTitle"/>
          </p:nvPr>
        </p:nvSpPr>
        <p:spPr>
          <a:xfrm>
            <a:off x="399000" y="1363875"/>
            <a:ext cx="8844900" cy="3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Contextualizando o processo de desagregação do déficit habitacional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pt-BR" sz="1400">
                <a:solidFill>
                  <a:srgbClr val="000000"/>
                </a:solidFill>
              </a:rPr>
              <a:t>Natureza das amostras: dados faltantes, mudança de escala e problema de extrapolação de domínio;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pt-BR" sz="1400">
                <a:solidFill>
                  <a:srgbClr val="000000"/>
                </a:solidFill>
              </a:rPr>
              <a:t>Aprendizado de máquina supervisionado e variáveis de saída;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</a:pPr>
            <a:r>
              <a:rPr lang="pt-BR" sz="1400">
                <a:solidFill>
                  <a:srgbClr val="000000"/>
                </a:solidFill>
              </a:rPr>
              <a:t>Dependência das métricas estatísticas em nível agregado.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Analisando e discutindo metodologias possíveis para a desagregação dos dados;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Processo de propensão: análise de propensão em déficit total e análise residual;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Próximos passos.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824000" y="1613825"/>
            <a:ext cx="65430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unito"/>
              <a:buAutoNum type="arabicPeriod"/>
            </a:pPr>
            <a:r>
              <a:rPr lang="pt-BR" sz="3000">
                <a:latin typeface="Nunito"/>
                <a:ea typeface="Nunito"/>
                <a:cs typeface="Nunito"/>
                <a:sym typeface="Nunito"/>
              </a:rPr>
              <a:t>CONTEXTUALIZANDO O PROCESSO DE DESAGREGAÇÃO DO DÉFICIT HABITACIONAL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PROBLEMA DE EXTRAPOLAÇÃO DE DOMÍNIO</a:t>
            </a:r>
            <a:endParaRPr/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pt-BR"/>
              <a:t>	</a:t>
            </a:r>
            <a:endParaRPr/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175" y="1580475"/>
            <a:ext cx="6558977" cy="34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PROBLEMA DE EXTRAPOLAÇÃO DE DOMÍNIO</a:t>
            </a:r>
            <a:endParaRPr/>
          </a:p>
        </p:txBody>
      </p:sp>
      <p:sp>
        <p:nvSpPr>
          <p:cNvPr id="89" name="Google Shape;8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pt-BR"/>
              <a:t>	</a:t>
            </a:r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0876"/>
            <a:ext cx="9144002" cy="35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840850" y="1234500"/>
            <a:ext cx="65430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>
                <a:latin typeface="Nunito"/>
                <a:ea typeface="Nunito"/>
                <a:cs typeface="Nunito"/>
                <a:sym typeface="Nunito"/>
              </a:rPr>
              <a:t>2. ANALISANDO E DISCUTINDO METODOLOGIAS POSSÍVEIS PARA A DESAGREGAÇÃO DOS DADOS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MÉTODO DE PROPENSÃO</a:t>
            </a:r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pt-BR"/>
              <a:t>	</a:t>
            </a:r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600" y="1361300"/>
            <a:ext cx="6662525" cy="367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MÉTODO DE PROPENSÃO</a:t>
            </a:r>
            <a:endParaRPr/>
          </a:p>
        </p:txBody>
      </p:sp>
      <p:sp>
        <p:nvSpPr>
          <p:cNvPr id="108" name="Google Shape;108;p8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pt-BR"/>
              <a:t>	</a:t>
            </a:r>
            <a:endParaRPr/>
          </a:p>
        </p:txBody>
      </p:sp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900" y="1319175"/>
            <a:ext cx="6321656" cy="38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type="title"/>
          </p:nvPr>
        </p:nvSpPr>
        <p:spPr>
          <a:xfrm>
            <a:off x="840850" y="1234500"/>
            <a:ext cx="65430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000">
                <a:latin typeface="Nunito"/>
                <a:ea typeface="Nunito"/>
                <a:cs typeface="Nunito"/>
                <a:sym typeface="Nunito"/>
              </a:rPr>
              <a:t>3. PROCESSO DE PROPENSÃO: ANÁLISE DE PROPENSÃO EM DÉFICIT TOTAL E ANÁLISE RESIDUAL</a:t>
            </a:r>
            <a:endParaRPr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070624" cy="338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6999" y="961600"/>
            <a:ext cx="4616175" cy="404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